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nter Extra-Light" charset="1" panose="02000503000000020004"/>
      <p:regular r:id="rId23"/>
    </p:embeddedFont>
    <p:embeddedFont>
      <p:font typeface="Biski Italics" charset="1" panose="00000000000000000000"/>
      <p:regular r:id="rId24"/>
    </p:embeddedFont>
    <p:embeddedFont>
      <p:font typeface="Inter" charset="1" panose="020B0502030000000004"/>
      <p:regular r:id="rId25"/>
    </p:embeddedFont>
    <p:embeddedFont>
      <p:font typeface="Biski" charset="1" panose="00000000000000000000"/>
      <p:regular r:id="rId26"/>
    </p:embeddedFont>
    <p:embeddedFont>
      <p:font typeface="Inter Semi-Bold" charset="1" panose="02000503000000020004"/>
      <p:regular r:id="rId27"/>
    </p:embeddedFon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  <p:embeddedFont>
      <p:font typeface="Canva Sans Medium" charset="1" panose="020B060303050104010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84315" y="0"/>
            <a:ext cx="13703685" cy="10340587"/>
            <a:chOff x="0" y="0"/>
            <a:chExt cx="107714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7149" cy="812800"/>
            </a:xfrm>
            <a:custGeom>
              <a:avLst/>
              <a:gdLst/>
              <a:ahLst/>
              <a:cxnLst/>
              <a:rect r="r" b="b" t="t" l="l"/>
              <a:pathLst>
                <a:path h="812800" w="1077149">
                  <a:moveTo>
                    <a:pt x="0" y="0"/>
                  </a:moveTo>
                  <a:lnTo>
                    <a:pt x="1077149" y="0"/>
                  </a:lnTo>
                  <a:lnTo>
                    <a:pt x="107714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>
                <a:alphaModFix amt="41000"/>
              </a:blip>
              <a:stretch>
                <a:fillRect l="0" t="-16261" r="0" b="-1626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2380" y="2853149"/>
            <a:ext cx="17815620" cy="3941836"/>
            <a:chOff x="0" y="0"/>
            <a:chExt cx="2760106" cy="6106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60106" cy="610694"/>
            </a:xfrm>
            <a:custGeom>
              <a:avLst/>
              <a:gdLst/>
              <a:ahLst/>
              <a:cxnLst/>
              <a:rect r="r" b="b" t="t" l="l"/>
              <a:pathLst>
                <a:path h="610694" w="2760106">
                  <a:moveTo>
                    <a:pt x="0" y="0"/>
                  </a:moveTo>
                  <a:lnTo>
                    <a:pt x="2760106" y="0"/>
                  </a:lnTo>
                  <a:lnTo>
                    <a:pt x="2760106" y="610694"/>
                  </a:lnTo>
                  <a:lnTo>
                    <a:pt x="0" y="610694"/>
                  </a:lnTo>
                  <a:close/>
                </a:path>
              </a:pathLst>
            </a:custGeom>
            <a:blipFill>
              <a:blip r:embed="rId3"/>
              <a:stretch>
                <a:fillRect l="0" t="-100842" r="0" b="-100842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7259300" y="439370"/>
            <a:ext cx="434395" cy="289416"/>
          </a:xfrm>
          <a:custGeom>
            <a:avLst/>
            <a:gdLst/>
            <a:ahLst/>
            <a:cxnLst/>
            <a:rect r="r" b="b" t="t" l="l"/>
            <a:pathLst>
              <a:path h="289416" w="434395">
                <a:moveTo>
                  <a:pt x="0" y="0"/>
                </a:moveTo>
                <a:lnTo>
                  <a:pt x="434395" y="0"/>
                </a:lnTo>
                <a:lnTo>
                  <a:pt x="434395" y="289416"/>
                </a:lnTo>
                <a:lnTo>
                  <a:pt x="0" y="2894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472380" y="1862913"/>
            <a:ext cx="0" cy="725308"/>
          </a:xfrm>
          <a:prstGeom prst="line">
            <a:avLst/>
          </a:prstGeom>
          <a:ln cap="flat" w="38100">
            <a:solidFill>
              <a:srgbClr val="E9EB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434280" y="7698779"/>
            <a:ext cx="0" cy="725308"/>
          </a:xfrm>
          <a:prstGeom prst="line">
            <a:avLst/>
          </a:prstGeom>
          <a:ln cap="flat" w="38100">
            <a:solidFill>
              <a:srgbClr val="E9EB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7427378" y="6630010"/>
            <a:ext cx="9822397" cy="244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021"/>
              </a:lnSpc>
              <a:spcBef>
                <a:spcPct val="0"/>
              </a:spcBef>
            </a:pPr>
            <a:r>
              <a:rPr lang="en-US" sz="14300">
                <a:solidFill>
                  <a:srgbClr val="E9EBEC"/>
                </a:solidFill>
                <a:latin typeface="Inter Extra-Light"/>
                <a:ea typeface="Inter Extra-Light"/>
                <a:cs typeface="Inter Extra-Light"/>
                <a:sym typeface="Inter Extra-Light"/>
              </a:rPr>
              <a:t>PHARMAA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822662" y="7936053"/>
            <a:ext cx="242414" cy="242414"/>
            <a:chOff x="0" y="0"/>
            <a:chExt cx="63846" cy="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846" cy="63846"/>
            </a:xfrm>
            <a:custGeom>
              <a:avLst/>
              <a:gdLst/>
              <a:ahLst/>
              <a:cxnLst/>
              <a:rect r="r" b="b" t="t" l="l"/>
              <a:pathLst>
                <a:path h="63846" w="63846">
                  <a:moveTo>
                    <a:pt x="0" y="0"/>
                  </a:moveTo>
                  <a:lnTo>
                    <a:pt x="63846" y="0"/>
                  </a:lnTo>
                  <a:lnTo>
                    <a:pt x="63846" y="63846"/>
                  </a:lnTo>
                  <a:lnTo>
                    <a:pt x="0" y="63846"/>
                  </a:lnTo>
                  <a:close/>
                </a:path>
              </a:pathLst>
            </a:custGeom>
            <a:solidFill>
              <a:srgbClr val="FF783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3846" cy="101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99847" y="334307"/>
            <a:ext cx="501365" cy="499542"/>
          </a:xfrm>
          <a:custGeom>
            <a:avLst/>
            <a:gdLst/>
            <a:ahLst/>
            <a:cxnLst/>
            <a:rect r="r" b="b" t="t" l="l"/>
            <a:pathLst>
              <a:path h="499542" w="501365">
                <a:moveTo>
                  <a:pt x="0" y="0"/>
                </a:moveTo>
                <a:lnTo>
                  <a:pt x="501365" y="0"/>
                </a:lnTo>
                <a:lnTo>
                  <a:pt x="501365" y="499542"/>
                </a:lnTo>
                <a:lnTo>
                  <a:pt x="0" y="499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96115" y="9144588"/>
            <a:ext cx="13439117" cy="700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920"/>
              </a:lnSpc>
              <a:spcBef>
                <a:spcPct val="0"/>
              </a:spcBef>
            </a:pPr>
            <a:r>
              <a:rPr lang="en-US" sz="2800" i="true" spc="462">
                <a:solidFill>
                  <a:srgbClr val="E9EBEC"/>
                </a:solidFill>
                <a:latin typeface="Biski Italics"/>
                <a:ea typeface="Biski Italics"/>
                <a:cs typeface="Biski Italics"/>
                <a:sym typeface="Biski Italics"/>
              </a:rPr>
              <a:t>Pharmacy medicine Management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81117" y="8578999"/>
            <a:ext cx="545411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E9EBEC"/>
                </a:solidFill>
                <a:latin typeface="Inter"/>
                <a:ea typeface="Inter"/>
                <a:cs typeface="Inter"/>
                <a:sym typeface="Inter"/>
              </a:rPr>
              <a:t>PRESENTATION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4280" y="9253136"/>
            <a:ext cx="1988225" cy="64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9EBEC"/>
                </a:solidFill>
                <a:latin typeface="Biski"/>
                <a:ea typeface="Biski"/>
                <a:cs typeface="Biski"/>
                <a:sym typeface="Biski"/>
              </a:rPr>
              <a:t>2025 June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188492" y="2252552"/>
            <a:ext cx="1546739" cy="438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E9EBEC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05 - 09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35535" y="159703"/>
            <a:ext cx="781692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Technologies: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27074" y="2762856"/>
            <a:ext cx="2939534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 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2423155" y="2762856"/>
            <a:ext cx="3127534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 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56226" y="4006215"/>
            <a:ext cx="8421049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Spring Web (Spring MVC) – for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REST APIs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Embedded Tomcat Server – to run the applicati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614822" y="4006215"/>
            <a:ext cx="8477498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HTML –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page structure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CSS – styling</a:t>
            </a:r>
          </a:p>
          <a:p>
            <a:pPr algn="ctr">
              <a:lnSpc>
                <a:spcPts val="4759"/>
              </a:lnSpc>
            </a:pP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JavaScript – API communicatio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(Fetch API)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9144000" y="1726247"/>
            <a:ext cx="0" cy="586073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451584" y="7491730"/>
            <a:ext cx="137624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51798" y="8312150"/>
            <a:ext cx="540258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Spr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ing Tool Suite (STS)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vs code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76375" y="2498618"/>
            <a:ext cx="55729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56547" y="159703"/>
            <a:ext cx="877490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Why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154199" y="2479568"/>
            <a:ext cx="174926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6725" y="3953238"/>
            <a:ext cx="7852573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Pharmacy Management System is a </a:t>
            </a:r>
            <a:r>
              <a:rPr lang="en-US" sz="33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Java Spring Boot web application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used to manage medicine details such as name, price, quantity, expiry date, and company.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9417239" y="3953238"/>
            <a:ext cx="8556436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 helps pharmacies to efficiently manage medicines, track expiry dates, and maintain accurate inventory records with reduced manual effort.</a:t>
            </a:r>
          </a:p>
        </p:txBody>
      </p:sp>
      <p:sp>
        <p:nvSpPr>
          <p:cNvPr name="AutoShape 7" id="7"/>
          <p:cNvSpPr/>
          <p:nvPr/>
        </p:nvSpPr>
        <p:spPr>
          <a:xfrm>
            <a:off x="9144000" y="1726247"/>
            <a:ext cx="0" cy="753205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62897" y="698770"/>
            <a:ext cx="12162206" cy="952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8"/>
              </a:lnSpc>
            </a:pPr>
            <a:r>
              <a:rPr lang="en-US" sz="67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Fronten</a:t>
            </a:r>
            <a:r>
              <a:rPr lang="en-US" sz="67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 (HTML / JavaScript)</a:t>
            </a:r>
          </a:p>
          <a:p>
            <a:pPr algn="ctr">
              <a:lnSpc>
                <a:spcPts val="9488"/>
              </a:lnSpc>
            </a:pPr>
            <a:r>
              <a:rPr lang="en-US" sz="67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↓</a:t>
            </a:r>
          </a:p>
          <a:p>
            <a:pPr algn="ctr">
              <a:lnSpc>
                <a:spcPts val="9488"/>
              </a:lnSpc>
            </a:pPr>
            <a:r>
              <a:rPr lang="en-US" sz="67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Controller Layer</a:t>
            </a:r>
          </a:p>
          <a:p>
            <a:pPr algn="ctr">
              <a:lnSpc>
                <a:spcPts val="9488"/>
              </a:lnSpc>
            </a:pPr>
            <a:r>
              <a:rPr lang="en-US" sz="67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↓</a:t>
            </a:r>
          </a:p>
          <a:p>
            <a:pPr algn="ctr">
              <a:lnSpc>
                <a:spcPts val="9488"/>
              </a:lnSpc>
            </a:pPr>
            <a:r>
              <a:rPr lang="en-US" sz="67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 Layer</a:t>
            </a:r>
          </a:p>
          <a:p>
            <a:pPr algn="ctr">
              <a:lnSpc>
                <a:spcPts val="9488"/>
              </a:lnSpc>
            </a:pPr>
            <a:r>
              <a:rPr lang="en-US" sz="67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↓</a:t>
            </a:r>
          </a:p>
          <a:p>
            <a:pPr algn="ctr">
              <a:lnSpc>
                <a:spcPts val="9488"/>
              </a:lnSpc>
            </a:pPr>
            <a:r>
              <a:rPr lang="en-US" sz="677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Layer</a:t>
            </a:r>
          </a:p>
          <a:p>
            <a:pPr algn="ctr">
              <a:lnSpc>
                <a:spcPts val="948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46816" y="513778"/>
            <a:ext cx="7984652" cy="9073468"/>
          </a:xfrm>
          <a:custGeom>
            <a:avLst/>
            <a:gdLst/>
            <a:ahLst/>
            <a:cxnLst/>
            <a:rect r="r" b="b" t="t" l="l"/>
            <a:pathLst>
              <a:path h="9073468" w="7984652">
                <a:moveTo>
                  <a:pt x="0" y="0"/>
                </a:moveTo>
                <a:lnTo>
                  <a:pt x="7984651" y="0"/>
                </a:lnTo>
                <a:lnTo>
                  <a:pt x="7984651" y="9073468"/>
                </a:lnTo>
                <a:lnTo>
                  <a:pt x="0" y="9073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416685"/>
            <a:ext cx="377383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ntroller : 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-33623" y="-171450"/>
            <a:ext cx="11736201" cy="3195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</a:t>
            </a: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ackage Description</a:t>
            </a:r>
          </a:p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22493" y="2304097"/>
            <a:ext cx="680847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Han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dles HTTP requests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Communicates with frontend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473973"/>
            <a:ext cx="2740105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: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398752" y="4525379"/>
            <a:ext cx="5599272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ains business logic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Processes data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034627"/>
            <a:ext cx="2377083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 :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398752" y="7063372"/>
            <a:ext cx="6164223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Represents </a:t>
            </a: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structure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66361" y="482767"/>
            <a:ext cx="6696075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Model.M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edicine.java</a:t>
            </a: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698957" y="2331511"/>
            <a:ext cx="7830882" cy="692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2"/>
              </a:lnSpc>
            </a:pPr>
            <a:r>
              <a:rPr lang="en-US" sz="56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</a:t>
            </a:r>
            <a:r>
              <a:rPr lang="en-US" sz="56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Fields:</a:t>
            </a:r>
          </a:p>
          <a:p>
            <a:pPr algn="ctr" marL="1217201" indent="-608600" lvl="1">
              <a:lnSpc>
                <a:spcPts val="7892"/>
              </a:lnSpc>
              <a:buFont typeface="Arial"/>
              <a:buChar char="•"/>
            </a:pPr>
            <a:r>
              <a:rPr lang="en-US" sz="56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</a:t>
            </a:r>
          </a:p>
          <a:p>
            <a:pPr algn="ctr" marL="1217201" indent="-608600" lvl="1">
              <a:lnSpc>
                <a:spcPts val="7892"/>
              </a:lnSpc>
              <a:buFont typeface="Arial"/>
              <a:buChar char="•"/>
            </a:pPr>
            <a:r>
              <a:rPr lang="en-US" sz="56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name</a:t>
            </a:r>
          </a:p>
          <a:p>
            <a:pPr algn="ctr" marL="1217201" indent="-608600" lvl="1">
              <a:lnSpc>
                <a:spcPts val="7892"/>
              </a:lnSpc>
              <a:buFont typeface="Arial"/>
              <a:buChar char="•"/>
            </a:pPr>
            <a:r>
              <a:rPr lang="en-US" sz="56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price</a:t>
            </a:r>
          </a:p>
          <a:p>
            <a:pPr algn="ctr" marL="1217201" indent="-608600" lvl="1">
              <a:lnSpc>
                <a:spcPts val="7892"/>
              </a:lnSpc>
              <a:buFont typeface="Arial"/>
              <a:buChar char="•"/>
            </a:pPr>
            <a:r>
              <a:rPr lang="en-US" sz="56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quantity</a:t>
            </a:r>
          </a:p>
          <a:p>
            <a:pPr algn="ctr" marL="1217201" indent="-608600" lvl="1">
              <a:lnSpc>
                <a:spcPts val="7892"/>
              </a:lnSpc>
              <a:buFont typeface="Arial"/>
              <a:buChar char="•"/>
            </a:pPr>
            <a:r>
              <a:rPr lang="en-US" sz="56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expiryDate</a:t>
            </a:r>
          </a:p>
          <a:p>
            <a:pPr algn="ctr" marL="1217201" indent="-608600" lvl="1">
              <a:lnSpc>
                <a:spcPts val="7892"/>
              </a:lnSpc>
              <a:buFont typeface="Arial"/>
              <a:buChar char="•"/>
            </a:pPr>
            <a:r>
              <a:rPr lang="en-US" sz="563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company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78204" y="528088"/>
            <a:ext cx="9617393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service.PharmacyS</a:t>
            </a: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ervice.java</a:t>
            </a:r>
          </a:p>
          <a:p>
            <a:pPr algn="ctr">
              <a:lnSpc>
                <a:spcPts val="7279"/>
              </a:lnSpc>
            </a:pPr>
          </a:p>
          <a:p>
            <a:pPr algn="ctr">
              <a:lnSpc>
                <a:spcPts val="72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85263" y="2478486"/>
            <a:ext cx="14717475" cy="524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3"/>
              </a:lnSpc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R</a:t>
            </a: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esponsibilities: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med</a:t>
            </a: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icine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Auto‑generate unique ID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Merge quantity for same medicine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Identify expired medicines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7057" y="528088"/>
            <a:ext cx="17833935" cy="365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Controller.PharmacyCont</a:t>
            </a:r>
            <a:r>
              <a:rPr lang="en-US" b="true" sz="5198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roller.java</a:t>
            </a:r>
          </a:p>
          <a:p>
            <a:pPr algn="ctr">
              <a:lnSpc>
                <a:spcPts val="7278"/>
              </a:lnSpc>
            </a:pPr>
          </a:p>
          <a:p>
            <a:pPr algn="ctr">
              <a:lnSpc>
                <a:spcPts val="7278"/>
              </a:lnSpc>
            </a:pPr>
          </a:p>
          <a:p>
            <a:pPr algn="ctr">
              <a:lnSpc>
                <a:spcPts val="727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785263" y="2478486"/>
            <a:ext cx="14717475" cy="630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3"/>
              </a:lnSpc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   API</a:t>
            </a: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 Provided: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View all medicines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med</a:t>
            </a: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icine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Delete medicine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  <a:r>
              <a:rPr lang="en-US" sz="595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View expired medicines</a:t>
            </a:r>
          </a:p>
          <a:p>
            <a:pPr algn="ctr" marL="1285084" indent="-642542" lvl="1">
              <a:lnSpc>
                <a:spcPts val="8333"/>
              </a:lnSpc>
              <a:buFont typeface="Arial"/>
              <a:buChar char="•"/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4256" y="1496454"/>
            <a:ext cx="7733588" cy="5890819"/>
          </a:xfrm>
          <a:custGeom>
            <a:avLst/>
            <a:gdLst/>
            <a:ahLst/>
            <a:cxnLst/>
            <a:rect r="r" b="b" t="t" l="l"/>
            <a:pathLst>
              <a:path h="5890819" w="7733588">
                <a:moveTo>
                  <a:pt x="0" y="0"/>
                </a:moveTo>
                <a:lnTo>
                  <a:pt x="7733587" y="0"/>
                </a:lnTo>
                <a:lnTo>
                  <a:pt x="7733587" y="5890819"/>
                </a:lnTo>
                <a:lnTo>
                  <a:pt x="0" y="5890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742" t="0" r="-1374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97843" y="1589065"/>
            <a:ext cx="9638601" cy="4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3"/>
              </a:lnSpc>
            </a:pPr>
            <a:r>
              <a:rPr lang="en-US" sz="3781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This page is the main Pharmacy Management System </a:t>
            </a:r>
            <a:r>
              <a:rPr lang="en-US" b="true" sz="378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dashboard. It shows total medicines, total companies, and total quantity at the top, a table of available medicines in the middle, and an admin login panel at the bottom for secure access to management actions.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328833" y="321612"/>
            <a:ext cx="363033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 Page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94892" y="6776878"/>
            <a:ext cx="12304740" cy="378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0409" indent="-390205" lvl="1">
              <a:lnSpc>
                <a:spcPts val="5060"/>
              </a:lnSpc>
              <a:buFont typeface="Arial"/>
              <a:buChar char="•"/>
            </a:pPr>
            <a:r>
              <a:rPr lang="en-US" sz="36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Admin login required</a:t>
            </a:r>
          </a:p>
          <a:p>
            <a:pPr algn="l" marL="780409" indent="-390205" lvl="1">
              <a:lnSpc>
                <a:spcPts val="5060"/>
              </a:lnSpc>
              <a:buFont typeface="Arial"/>
              <a:buChar char="•"/>
            </a:pPr>
            <a:r>
              <a:rPr lang="en-US" sz="36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 medicine</a:t>
            </a:r>
          </a:p>
          <a:p>
            <a:pPr algn="l" marL="780409" indent="-390205" lvl="1">
              <a:lnSpc>
                <a:spcPts val="5060"/>
              </a:lnSpc>
              <a:buFont typeface="Arial"/>
              <a:buChar char="•"/>
            </a:pPr>
            <a:r>
              <a:rPr lang="en-US" sz="36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Delete medicine</a:t>
            </a:r>
          </a:p>
          <a:p>
            <a:pPr algn="l" marL="780409" indent="-390205" lvl="1">
              <a:lnSpc>
                <a:spcPts val="5060"/>
              </a:lnSpc>
              <a:buFont typeface="Arial"/>
              <a:buChar char="•"/>
            </a:pPr>
            <a:r>
              <a:rPr lang="en-US" sz="36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Logout functionality</a:t>
            </a:r>
          </a:p>
          <a:p>
            <a:pPr algn="l" marL="780409" indent="-390205" lvl="1">
              <a:lnSpc>
                <a:spcPts val="5060"/>
              </a:lnSpc>
              <a:buFont typeface="Arial"/>
              <a:buChar char="•"/>
            </a:pPr>
            <a:r>
              <a:rPr lang="en-US" sz="361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Normal users have view‑only access</a:t>
            </a:r>
          </a:p>
          <a:p>
            <a:pPr algn="l">
              <a:lnSpc>
                <a:spcPts val="50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6390" y="2303127"/>
            <a:ext cx="9522910" cy="5701842"/>
          </a:xfrm>
          <a:custGeom>
            <a:avLst/>
            <a:gdLst/>
            <a:ahLst/>
            <a:cxnLst/>
            <a:rect r="r" b="b" t="t" l="l"/>
            <a:pathLst>
              <a:path h="5701842" w="9522910">
                <a:moveTo>
                  <a:pt x="0" y="0"/>
                </a:moveTo>
                <a:lnTo>
                  <a:pt x="9522910" y="0"/>
                </a:lnTo>
                <a:lnTo>
                  <a:pt x="9522910" y="5701842"/>
                </a:lnTo>
                <a:lnTo>
                  <a:pt x="0" y="57018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113" y="-142875"/>
            <a:ext cx="2885552" cy="1308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7"/>
              </a:lnSpc>
            </a:pPr>
            <a:r>
              <a:rPr lang="en-US" sz="7683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7593" y="1178930"/>
            <a:ext cx="696372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 login required: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8175396"/>
            <a:ext cx="18288000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After Login with unique id user can able to add / remove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/ view expired iteams </a:t>
            </a: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04753" y="3319780"/>
            <a:ext cx="6556057" cy="35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Auto‑generated medicine ID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Expiry date validation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Quantity merging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Admin login &amp; logout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View expired medicines</a:t>
            </a:r>
          </a:p>
          <a:p>
            <a:pPr algn="ctr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0839" y="1766219"/>
            <a:ext cx="7682587" cy="4835008"/>
          </a:xfrm>
          <a:custGeom>
            <a:avLst/>
            <a:gdLst/>
            <a:ahLst/>
            <a:cxnLst/>
            <a:rect r="r" b="b" t="t" l="l"/>
            <a:pathLst>
              <a:path h="4835008" w="7682587">
                <a:moveTo>
                  <a:pt x="0" y="0"/>
                </a:moveTo>
                <a:lnTo>
                  <a:pt x="7682587" y="0"/>
                </a:lnTo>
                <a:lnTo>
                  <a:pt x="7682587" y="4835008"/>
                </a:lnTo>
                <a:lnTo>
                  <a:pt x="0" y="4835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12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49033" y="1766219"/>
            <a:ext cx="7709422" cy="4835008"/>
          </a:xfrm>
          <a:custGeom>
            <a:avLst/>
            <a:gdLst/>
            <a:ahLst/>
            <a:cxnLst/>
            <a:rect r="r" b="b" t="t" l="l"/>
            <a:pathLst>
              <a:path h="4835008" w="7709422">
                <a:moveTo>
                  <a:pt x="0" y="0"/>
                </a:moveTo>
                <a:lnTo>
                  <a:pt x="7709422" y="0"/>
                </a:lnTo>
                <a:lnTo>
                  <a:pt x="7709422" y="4835008"/>
                </a:lnTo>
                <a:lnTo>
                  <a:pt x="0" y="48350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548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319016" y="537527"/>
            <a:ext cx="164996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5671" y="6877452"/>
            <a:ext cx="11356658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Admin can Add item by selecting medicine or search it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/ manual entery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1578334"/>
            <a:ext cx="11301259" cy="3856555"/>
          </a:xfrm>
          <a:custGeom>
            <a:avLst/>
            <a:gdLst/>
            <a:ahLst/>
            <a:cxnLst/>
            <a:rect r="r" b="b" t="t" l="l"/>
            <a:pathLst>
              <a:path h="3856555" w="11301259">
                <a:moveTo>
                  <a:pt x="0" y="0"/>
                </a:moveTo>
                <a:lnTo>
                  <a:pt x="11301258" y="0"/>
                </a:lnTo>
                <a:lnTo>
                  <a:pt x="11301258" y="3856554"/>
                </a:lnTo>
                <a:lnTo>
                  <a:pt x="0" y="3856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3679" y="366077"/>
            <a:ext cx="278427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93371" y="5932658"/>
            <a:ext cx="11301259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Delete button to delete the iteam in the 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 base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7356" y="1653452"/>
            <a:ext cx="10776025" cy="1740228"/>
          </a:xfrm>
          <a:custGeom>
            <a:avLst/>
            <a:gdLst/>
            <a:ahLst/>
            <a:cxnLst/>
            <a:rect r="r" b="b" t="t" l="l"/>
            <a:pathLst>
              <a:path h="1740228" w="10776025">
                <a:moveTo>
                  <a:pt x="0" y="0"/>
                </a:moveTo>
                <a:lnTo>
                  <a:pt x="10776025" y="0"/>
                </a:lnTo>
                <a:lnTo>
                  <a:pt x="10776025" y="1740228"/>
                </a:lnTo>
                <a:lnTo>
                  <a:pt x="0" y="1740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77587" y="4609228"/>
            <a:ext cx="11301259" cy="3701162"/>
          </a:xfrm>
          <a:custGeom>
            <a:avLst/>
            <a:gdLst/>
            <a:ahLst/>
            <a:cxnLst/>
            <a:rect r="r" b="b" t="t" l="l"/>
            <a:pathLst>
              <a:path h="3701162" w="11301259">
                <a:moveTo>
                  <a:pt x="0" y="0"/>
                </a:moveTo>
                <a:lnTo>
                  <a:pt x="11301259" y="0"/>
                </a:lnTo>
                <a:lnTo>
                  <a:pt x="11301259" y="3701162"/>
                </a:lnTo>
                <a:lnTo>
                  <a:pt x="0" y="37011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910" y="537527"/>
            <a:ext cx="439745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view expired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7356" y="3800238"/>
            <a:ext cx="1487328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selecting view expired button admin can view the expired medicines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75166" y="8677910"/>
            <a:ext cx="1070610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selecting delete all it delete entire expired items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00497" y="950431"/>
            <a:ext cx="10776025" cy="1740228"/>
          </a:xfrm>
          <a:custGeom>
            <a:avLst/>
            <a:gdLst/>
            <a:ahLst/>
            <a:cxnLst/>
            <a:rect r="r" b="b" t="t" l="l"/>
            <a:pathLst>
              <a:path h="1740228" w="10776025">
                <a:moveTo>
                  <a:pt x="0" y="0"/>
                </a:moveTo>
                <a:lnTo>
                  <a:pt x="10776025" y="0"/>
                </a:lnTo>
                <a:lnTo>
                  <a:pt x="10776025" y="1740228"/>
                </a:lnTo>
                <a:lnTo>
                  <a:pt x="0" y="1740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61856" y="4043529"/>
            <a:ext cx="9538907" cy="5699497"/>
          </a:xfrm>
          <a:custGeom>
            <a:avLst/>
            <a:gdLst/>
            <a:ahLst/>
            <a:cxnLst/>
            <a:rect r="r" b="b" t="t" l="l"/>
            <a:pathLst>
              <a:path h="5699497" w="9538907">
                <a:moveTo>
                  <a:pt x="0" y="0"/>
                </a:moveTo>
                <a:lnTo>
                  <a:pt x="9538907" y="0"/>
                </a:lnTo>
                <a:lnTo>
                  <a:pt x="9538907" y="5699497"/>
                </a:lnTo>
                <a:lnTo>
                  <a:pt x="0" y="5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25960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Logout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24739" y="3133754"/>
            <a:ext cx="1077602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by logout it take to main page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03636" y="846786"/>
            <a:ext cx="868072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and class: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03636" y="2838119"/>
            <a:ext cx="8680728" cy="643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run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admin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expired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pharmacy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remove</a:t>
            </a:r>
          </a:p>
          <a:p>
            <a:pPr algn="ctr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view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0536D">
                <a:alpha val="100000"/>
              </a:srgbClr>
            </a:gs>
            <a:gs pos="100000">
              <a:srgbClr val="192130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1595" y="4652327"/>
            <a:ext cx="1466481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view and run code in spring tool or in vs code: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DAGyEo4FAi8</dc:identifier>
  <dcterms:modified xsi:type="dcterms:W3CDTF">2011-08-01T06:04:30Z</dcterms:modified>
  <cp:revision>1</cp:revision>
  <dc:title>www.pharmaManage.com</dc:title>
</cp:coreProperties>
</file>